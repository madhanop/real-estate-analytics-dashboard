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avif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1EC04-B644-4749-9840-2ADE121DF88A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78A40-1EFF-49BC-9A34-5D295525DF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21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1EC04-B644-4749-9840-2ADE121DF88A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78A40-1EFF-49BC-9A34-5D295525DF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989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1EC04-B644-4749-9840-2ADE121DF88A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78A40-1EFF-49BC-9A34-5D295525DF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995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1EC04-B644-4749-9840-2ADE121DF88A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78A40-1EFF-49BC-9A34-5D295525DF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510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1EC04-B644-4749-9840-2ADE121DF88A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78A40-1EFF-49BC-9A34-5D295525DF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164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1EC04-B644-4749-9840-2ADE121DF88A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78A40-1EFF-49BC-9A34-5D295525DF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633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1EC04-B644-4749-9840-2ADE121DF88A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78A40-1EFF-49BC-9A34-5D295525DF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303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1EC04-B644-4749-9840-2ADE121DF88A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78A40-1EFF-49BC-9A34-5D295525DF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192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1EC04-B644-4749-9840-2ADE121DF88A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78A40-1EFF-49BC-9A34-5D295525DF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495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1EC04-B644-4749-9840-2ADE121DF88A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78A40-1EFF-49BC-9A34-5D295525DF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474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1EC04-B644-4749-9840-2ADE121DF88A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78A40-1EFF-49BC-9A34-5D295525DF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215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51EC04-B644-4749-9840-2ADE121DF88A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F78A40-1EFF-49BC-9A34-5D295525DF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953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av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avi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avi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avi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avi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88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649691"/>
            <a:ext cx="9144000" cy="2601798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sz="4900" b="1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 Estate Analytics Dashboard</a:t>
            </a:r>
            <a:r>
              <a:rPr lang="en-US" b="1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b="1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243580" y="1181707"/>
            <a:ext cx="4713402" cy="141402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815579" y="5033913"/>
            <a:ext cx="3007151" cy="14423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Developed by,</a:t>
            </a:r>
          </a:p>
          <a:p>
            <a:pPr algn="ctr"/>
            <a:r>
              <a:rPr lang="en-US" sz="2800" b="1" dirty="0" err="1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Madhan</a:t>
            </a:r>
            <a:r>
              <a:rPr lang="en-US" sz="2800" b="1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Kumar S</a:t>
            </a:r>
            <a:endParaRPr lang="en-US" sz="28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7192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88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677212" y="1121791"/>
            <a:ext cx="6391373" cy="37801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600" b="1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600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 property sales and trends 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600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 customer behavior 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600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 agent performance 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600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 data-driven insights</a:t>
            </a:r>
            <a:endParaRPr lang="en-US" sz="36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7162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88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441542" y="1338607"/>
            <a:ext cx="7701699" cy="37801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3600" b="1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</a:t>
            </a:r>
            <a:r>
              <a:rPr lang="en-US" sz="3600" b="1" dirty="0" err="1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NoBroker</a:t>
            </a:r>
            <a:endParaRPr lang="en-US" sz="3600" b="1" dirty="0" smtClean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 estate platform without brokers 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Connects buyers and sellers directly 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Reduces commission cost 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Provides digital property solutions</a:t>
            </a:r>
            <a:endParaRPr lang="en-US" sz="36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9476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88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554664" y="961535"/>
            <a:ext cx="7701699" cy="37801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3600" b="1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600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in Excel 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600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 joins and queries 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600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modeling in Power BI 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600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Created calculated measures</a:t>
            </a:r>
            <a:endParaRPr lang="en-US" sz="36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5095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88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894029" y="1687399"/>
            <a:ext cx="7701699" cy="37801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en-US" sz="3600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 gives clear insights. 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en-US" sz="3600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Helps business decision-making.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en-US" sz="3600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 to understand and interactive.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endParaRPr lang="en-US" sz="3600" dirty="0" smtClean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b="1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r>
              <a:rPr lang="en-US" sz="3600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 price trends &amp; Add rental analysis</a:t>
            </a:r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576801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1650</TotalTime>
  <Words>84</Words>
  <Application>Microsoft Office PowerPoint</Application>
  <PresentationFormat>Widescreen</PresentationFormat>
  <Paragraphs>25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Wingdings</vt:lpstr>
      <vt:lpstr>Office Theme</vt:lpstr>
      <vt:lpstr>      Real Estate Analytics Dashboard 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7</cp:revision>
  <dcterms:created xsi:type="dcterms:W3CDTF">2026-04-07T02:21:12Z</dcterms:created>
  <dcterms:modified xsi:type="dcterms:W3CDTF">2026-04-08T05:51:59Z</dcterms:modified>
</cp:coreProperties>
</file>